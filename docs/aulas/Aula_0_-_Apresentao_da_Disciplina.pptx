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6" r:id="rId4"/>
    <p:sldId id="267" r:id="rId5"/>
    <p:sldId id="268" r:id="rId6"/>
    <p:sldId id="26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D8Zgn6tchsjSTiivaiyucCyLd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AD61B-570A-4684-BD05-05D41DCA17A2}" v="177" dt="2026-07-21T17:40:28.380"/>
  </p1510:revLst>
</p1510:revInfo>
</file>

<file path=ppt/tableStyles.xml><?xml version="1.0" encoding="utf-8"?>
<a:tblStyleLst xmlns:a="http://schemas.openxmlformats.org/drawingml/2006/main" def="{3EABC93E-6581-423C-A608-0782797348EA}">
  <a:tblStyle styleId="{3EABC93E-6581-423C-A608-0782797348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tcBdr/>
        <a:fill>
          <a:solidFill>
            <a:srgbClr val="F5D8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5D8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Fernandes" userId="d64832d49159134f" providerId="LiveId" clId="{C0C954D3-F492-4CC3-9075-DCFCB11DFF01}"/>
    <pc:docChg chg="custSel delSld modSld">
      <pc:chgData name="Pedro Fernandes" userId="d64832d49159134f" providerId="LiveId" clId="{C0C954D3-F492-4CC3-9075-DCFCB11DFF01}" dt="2026-07-21T17:41:43.540" v="504" actId="20577"/>
      <pc:docMkLst>
        <pc:docMk/>
      </pc:docMkLst>
      <pc:sldChg chg="modSp mod">
        <pc:chgData name="Pedro Fernandes" userId="d64832d49159134f" providerId="LiveId" clId="{C0C954D3-F492-4CC3-9075-DCFCB11DFF01}" dt="2026-07-21T17:29:36.141" v="91" actId="1076"/>
        <pc:sldMkLst>
          <pc:docMk/>
          <pc:sldMk cId="0" sldId="256"/>
        </pc:sldMkLst>
        <pc:spChg chg="mod">
          <ac:chgData name="Pedro Fernandes" userId="d64832d49159134f" providerId="LiveId" clId="{C0C954D3-F492-4CC3-9075-DCFCB11DFF01}" dt="2026-07-21T17:29:36.141" v="91" actId="1076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Pedro Fernandes" userId="d64832d49159134f" providerId="LiveId" clId="{C0C954D3-F492-4CC3-9075-DCFCB11DFF01}" dt="2026-07-21T17:29:10.471" v="28" actId="20577"/>
          <ac:spMkLst>
            <pc:docMk/>
            <pc:sldMk cId="0" sldId="256"/>
            <ac:spMk id="108" creationId="{00000000-0000-0000-0000-000000000000}"/>
          </ac:spMkLst>
        </pc:spChg>
      </pc:sldChg>
      <pc:sldChg chg="del">
        <pc:chgData name="Pedro Fernandes" userId="d64832d49159134f" providerId="LiveId" clId="{C0C954D3-F492-4CC3-9075-DCFCB11DFF01}" dt="2026-07-21T17:29:41.189" v="92" actId="47"/>
        <pc:sldMkLst>
          <pc:docMk/>
          <pc:sldMk cId="0" sldId="257"/>
        </pc:sldMkLst>
      </pc:sldChg>
      <pc:sldChg chg="modSp modAnim">
        <pc:chgData name="Pedro Fernandes" userId="d64832d49159134f" providerId="LiveId" clId="{C0C954D3-F492-4CC3-9075-DCFCB11DFF01}" dt="2026-07-21T17:34:38.470" v="293" actId="20577"/>
        <pc:sldMkLst>
          <pc:docMk/>
          <pc:sldMk cId="0" sldId="258"/>
        </pc:sldMkLst>
        <pc:spChg chg="mod">
          <ac:chgData name="Pedro Fernandes" userId="d64832d49159134f" providerId="LiveId" clId="{C0C954D3-F492-4CC3-9075-DCFCB11DFF01}" dt="2026-07-21T17:34:37.865" v="292" actId="20577"/>
          <ac:spMkLst>
            <pc:docMk/>
            <pc:sldMk cId="0" sldId="258"/>
            <ac:spMk id="122" creationId="{00000000-0000-0000-0000-000000000000}"/>
          </ac:spMkLst>
        </pc:spChg>
      </pc:sldChg>
      <pc:sldChg chg="modSp del">
        <pc:chgData name="Pedro Fernandes" userId="d64832d49159134f" providerId="LiveId" clId="{C0C954D3-F492-4CC3-9075-DCFCB11DFF01}" dt="2026-07-21T17:32:47.633" v="256" actId="47"/>
        <pc:sldMkLst>
          <pc:docMk/>
          <pc:sldMk cId="0" sldId="259"/>
        </pc:sldMkLst>
        <pc:spChg chg="mod">
          <ac:chgData name="Pedro Fernandes" userId="d64832d49159134f" providerId="LiveId" clId="{C0C954D3-F492-4CC3-9075-DCFCB11DFF01}" dt="2026-07-21T17:32:42.144" v="255" actId="20577"/>
          <ac:spMkLst>
            <pc:docMk/>
            <pc:sldMk cId="0" sldId="259"/>
            <ac:spMk id="129" creationId="{00000000-0000-0000-0000-000000000000}"/>
          </ac:spMkLst>
        </pc:spChg>
      </pc:sldChg>
      <pc:sldChg chg="del">
        <pc:chgData name="Pedro Fernandes" userId="d64832d49159134f" providerId="LiveId" clId="{C0C954D3-F492-4CC3-9075-DCFCB11DFF01}" dt="2026-07-21T17:32:49.715" v="257" actId="47"/>
        <pc:sldMkLst>
          <pc:docMk/>
          <pc:sldMk cId="0" sldId="260"/>
        </pc:sldMkLst>
      </pc:sldChg>
      <pc:sldChg chg="del">
        <pc:chgData name="Pedro Fernandes" userId="d64832d49159134f" providerId="LiveId" clId="{C0C954D3-F492-4CC3-9075-DCFCB11DFF01}" dt="2026-07-21T17:32:52.525" v="258" actId="47"/>
        <pc:sldMkLst>
          <pc:docMk/>
          <pc:sldMk cId="0" sldId="261"/>
        </pc:sldMkLst>
      </pc:sldChg>
      <pc:sldChg chg="del">
        <pc:chgData name="Pedro Fernandes" userId="d64832d49159134f" providerId="LiveId" clId="{C0C954D3-F492-4CC3-9075-DCFCB11DFF01}" dt="2026-07-21T17:33:51.762" v="259" actId="47"/>
        <pc:sldMkLst>
          <pc:docMk/>
          <pc:sldMk cId="0" sldId="262"/>
        </pc:sldMkLst>
      </pc:sldChg>
      <pc:sldChg chg="del">
        <pc:chgData name="Pedro Fernandes" userId="d64832d49159134f" providerId="LiveId" clId="{C0C954D3-F492-4CC3-9075-DCFCB11DFF01}" dt="2026-07-21T17:33:51.762" v="259" actId="47"/>
        <pc:sldMkLst>
          <pc:docMk/>
          <pc:sldMk cId="0" sldId="263"/>
        </pc:sldMkLst>
      </pc:sldChg>
      <pc:sldChg chg="del">
        <pc:chgData name="Pedro Fernandes" userId="d64832d49159134f" providerId="LiveId" clId="{C0C954D3-F492-4CC3-9075-DCFCB11DFF01}" dt="2026-07-21T17:33:51.762" v="259" actId="47"/>
        <pc:sldMkLst>
          <pc:docMk/>
          <pc:sldMk cId="0" sldId="264"/>
        </pc:sldMkLst>
      </pc:sldChg>
      <pc:sldChg chg="del">
        <pc:chgData name="Pedro Fernandes" userId="d64832d49159134f" providerId="LiveId" clId="{C0C954D3-F492-4CC3-9075-DCFCB11DFF01}" dt="2026-07-21T17:33:51.762" v="259" actId="47"/>
        <pc:sldMkLst>
          <pc:docMk/>
          <pc:sldMk cId="0" sldId="265"/>
        </pc:sldMkLst>
      </pc:sldChg>
      <pc:sldChg chg="modSp mod">
        <pc:chgData name="Pedro Fernandes" userId="d64832d49159134f" providerId="LiveId" clId="{C0C954D3-F492-4CC3-9075-DCFCB11DFF01}" dt="2026-07-21T17:34:14.353" v="282" actId="5793"/>
        <pc:sldMkLst>
          <pc:docMk/>
          <pc:sldMk cId="0" sldId="266"/>
        </pc:sldMkLst>
        <pc:spChg chg="mod">
          <ac:chgData name="Pedro Fernandes" userId="d64832d49159134f" providerId="LiveId" clId="{C0C954D3-F492-4CC3-9075-DCFCB11DFF01}" dt="2026-07-21T17:34:14.353" v="282" actId="5793"/>
          <ac:spMkLst>
            <pc:docMk/>
            <pc:sldMk cId="0" sldId="266"/>
            <ac:spMk id="178" creationId="{00000000-0000-0000-0000-000000000000}"/>
          </ac:spMkLst>
        </pc:spChg>
      </pc:sldChg>
      <pc:sldChg chg="modSp mod">
        <pc:chgData name="Pedro Fernandes" userId="d64832d49159134f" providerId="LiveId" clId="{C0C954D3-F492-4CC3-9075-DCFCB11DFF01}" dt="2026-07-21T17:37:58.743" v="423" actId="20577"/>
        <pc:sldMkLst>
          <pc:docMk/>
          <pc:sldMk cId="0" sldId="267"/>
        </pc:sldMkLst>
        <pc:graphicFrameChg chg="modGraphic">
          <ac:chgData name="Pedro Fernandes" userId="d64832d49159134f" providerId="LiveId" clId="{C0C954D3-F492-4CC3-9075-DCFCB11DFF01}" dt="2026-07-21T17:37:58.743" v="423" actId="20577"/>
          <ac:graphicFrameMkLst>
            <pc:docMk/>
            <pc:sldMk cId="0" sldId="267"/>
            <ac:graphicFrameMk id="189" creationId="{00000000-0000-0000-0000-000000000000}"/>
          </ac:graphicFrameMkLst>
        </pc:graphicFrameChg>
      </pc:sldChg>
      <pc:sldChg chg="addSp delSp modSp mod">
        <pc:chgData name="Pedro Fernandes" userId="d64832d49159134f" providerId="LiveId" clId="{C0C954D3-F492-4CC3-9075-DCFCB11DFF01}" dt="2026-07-21T17:41:43.540" v="504" actId="20577"/>
        <pc:sldMkLst>
          <pc:docMk/>
          <pc:sldMk cId="0" sldId="268"/>
        </pc:sldMkLst>
        <pc:spChg chg="mod">
          <ac:chgData name="Pedro Fernandes" userId="d64832d49159134f" providerId="LiveId" clId="{C0C954D3-F492-4CC3-9075-DCFCB11DFF01}" dt="2026-07-21T17:41:43.540" v="504" actId="20577"/>
          <ac:spMkLst>
            <pc:docMk/>
            <pc:sldMk cId="0" sldId="268"/>
            <ac:spMk id="194" creationId="{00000000-0000-0000-0000-000000000000}"/>
          </ac:spMkLst>
        </pc:spChg>
        <pc:picChg chg="add mod">
          <ac:chgData name="Pedro Fernandes" userId="d64832d49159134f" providerId="LiveId" clId="{C0C954D3-F492-4CC3-9075-DCFCB11DFF01}" dt="2026-07-21T17:40:40.515" v="500" actId="1076"/>
          <ac:picMkLst>
            <pc:docMk/>
            <pc:sldMk cId="0" sldId="268"/>
            <ac:picMk id="2" creationId="{39CEF3D6-20AD-E04D-7381-5FB7360C31D6}"/>
          </ac:picMkLst>
        </pc:picChg>
        <pc:picChg chg="del">
          <ac:chgData name="Pedro Fernandes" userId="d64832d49159134f" providerId="LiveId" clId="{C0C954D3-F492-4CC3-9075-DCFCB11DFF01}" dt="2026-07-21T17:40:26.199" v="493" actId="478"/>
          <ac:picMkLst>
            <pc:docMk/>
            <pc:sldMk cId="0" sldId="268"/>
            <ac:picMk id="197" creationId="{00000000-0000-0000-0000-000000000000}"/>
          </ac:picMkLst>
        </pc:picChg>
      </pc:sldChg>
      <pc:sldChg chg="del">
        <pc:chgData name="Pedro Fernandes" userId="d64832d49159134f" providerId="LiveId" clId="{C0C954D3-F492-4CC3-9075-DCFCB11DFF01}" dt="2026-07-21T17:40:59.309" v="501" actId="47"/>
        <pc:sldMkLst>
          <pc:docMk/>
          <pc:sldMk cId="0" sldId="270"/>
        </pc:sldMkLst>
      </pc:sldChg>
      <pc:sldChg chg="del">
        <pc:chgData name="Pedro Fernandes" userId="d64832d49159134f" providerId="LiveId" clId="{C0C954D3-F492-4CC3-9075-DCFCB11DFF01}" dt="2026-07-21T17:33:51.762" v="259" actId="47"/>
        <pc:sldMkLst>
          <pc:docMk/>
          <pc:sldMk cId="955162123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pt-BR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pt-BR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3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w="2540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26" name="Google Shape;26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 Branco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47" name="Google Shape;47;p2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údo com Legenda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m com Legenda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5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2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3" name="Google Shape;83;p25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exto e Título Vertical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17" name="Google Shape;17;p1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1056805" y="3232870"/>
            <a:ext cx="10078388" cy="102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br>
              <a:rPr lang="pt-BR" dirty="0"/>
            </a:br>
            <a:br>
              <a:rPr lang="pt-BR" dirty="0"/>
            </a:br>
            <a:r>
              <a:rPr lang="pt-BR" sz="6700" dirty="0"/>
              <a:t>Processamento Digital de Sinais</a:t>
            </a:r>
            <a:endParaRPr dirty="0"/>
          </a:p>
        </p:txBody>
      </p:sp>
      <p:sp>
        <p:nvSpPr>
          <p:cNvPr id="106" name="Google Shape;106;p1"/>
          <p:cNvSpPr txBox="1">
            <a:spLocks noGrp="1"/>
          </p:cNvSpPr>
          <p:nvPr>
            <p:ph type="subTitle" idx="1"/>
          </p:nvPr>
        </p:nvSpPr>
        <p:spPr>
          <a:xfrm>
            <a:off x="1523999" y="5775063"/>
            <a:ext cx="9144000" cy="622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PROF. PEDRO BAPTISTA FERNANDES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pic>
        <p:nvPicPr>
          <p:cNvPr id="107" name="Google Shape;107;p1" descr="Universidade Federal do Maranhão – Wikipédia, a enciclopédia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0958" y="360876"/>
            <a:ext cx="2130083" cy="213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1523999" y="260111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Coordenação do Curso de Engenharia da Computação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523999" y="4428912"/>
            <a:ext cx="9144000" cy="622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832513" y="1650478"/>
            <a:ext cx="11081983" cy="266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50" tIns="41475" rIns="82950" bIns="41475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Sinais Discretos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Discretos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Transformada z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Transformada de Fourier Discreto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Amostragem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Filtros Digitais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Filtros FIR e IIR</a:t>
            </a:r>
            <a:endParaRPr dirty="0"/>
          </a:p>
        </p:txBody>
      </p:sp>
      <p:sp>
        <p:nvSpPr>
          <p:cNvPr id="123" name="Google Shape;123;p3"/>
          <p:cNvSpPr txBox="1"/>
          <p:nvPr/>
        </p:nvSpPr>
        <p:spPr>
          <a:xfrm>
            <a:off x="673290" y="-545200"/>
            <a:ext cx="10058400" cy="144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pt-BR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Ementa</a:t>
            </a:r>
            <a:endParaRPr/>
          </a:p>
        </p:txBody>
      </p:sp>
      <p:cxnSp>
        <p:nvCxnSpPr>
          <p:cNvPr id="124" name="Google Shape;124;p3"/>
          <p:cNvCxnSpPr/>
          <p:nvPr/>
        </p:nvCxnSpPr>
        <p:spPr>
          <a:xfrm rot="10800000" flipH="1">
            <a:off x="673290" y="1037230"/>
            <a:ext cx="11241206" cy="27295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/>
        </p:nvSpPr>
        <p:spPr>
          <a:xfrm>
            <a:off x="1994575" y="1197538"/>
            <a:ext cx="7868100" cy="48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50" tIns="41475" rIns="82950" bIns="41475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pt-BR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Aulas expositivas.</a:t>
            </a:r>
            <a:endParaRPr dirty="0"/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pt-BR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Resolução de Exercícios (Listas de Exercícios)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Simulações (MATLAB)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pt-BR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em grupo.</a:t>
            </a:r>
            <a:endParaRPr dirty="0"/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RECURSOS DIDATÍCOS</a:t>
            </a:r>
            <a:endParaRPr dirty="0"/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pt-BR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Quadro Branco, Datashow, Software para Simulação.</a:t>
            </a:r>
            <a:endParaRPr dirty="0"/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673290" y="-545200"/>
            <a:ext cx="10058400" cy="144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pt-BR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/>
          </a:p>
        </p:txBody>
      </p:sp>
      <p:cxnSp>
        <p:nvCxnSpPr>
          <p:cNvPr id="180" name="Google Shape;180;p11"/>
          <p:cNvCxnSpPr/>
          <p:nvPr/>
        </p:nvCxnSpPr>
        <p:spPr>
          <a:xfrm rot="10800000" flipH="1">
            <a:off x="673290" y="1037230"/>
            <a:ext cx="11241206" cy="27295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/>
        </p:nvSpPr>
        <p:spPr>
          <a:xfrm>
            <a:off x="673290" y="-545200"/>
            <a:ext cx="10058400" cy="144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pt-BR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Avaliações</a:t>
            </a:r>
            <a:endParaRPr/>
          </a:p>
        </p:txBody>
      </p:sp>
      <p:cxnSp>
        <p:nvCxnSpPr>
          <p:cNvPr id="187" name="Google Shape;187;p12"/>
          <p:cNvCxnSpPr/>
          <p:nvPr/>
        </p:nvCxnSpPr>
        <p:spPr>
          <a:xfrm rot="10800000" flipH="1">
            <a:off x="673290" y="1037230"/>
            <a:ext cx="11241206" cy="27295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12"/>
          <p:cNvSpPr/>
          <p:nvPr/>
        </p:nvSpPr>
        <p:spPr>
          <a:xfrm>
            <a:off x="1000834" y="1429801"/>
            <a:ext cx="9730856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Cálculo da Nota Final (NF)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</p:txBody>
      </p:sp>
      <p:graphicFrame>
        <p:nvGraphicFramePr>
          <p:cNvPr id="189" name="Google Shape;189;p12"/>
          <p:cNvGraphicFramePr/>
          <p:nvPr>
            <p:extLst>
              <p:ext uri="{D42A27DB-BD31-4B8C-83A1-F6EECF244321}">
                <p14:modId xmlns:p14="http://schemas.microsoft.com/office/powerpoint/2010/main" val="4259236566"/>
              </p:ext>
            </p:extLst>
          </p:nvPr>
        </p:nvGraphicFramePr>
        <p:xfrm>
          <a:off x="2994925" y="2562113"/>
          <a:ext cx="6096000" cy="2565440"/>
        </p:xfrm>
        <a:graphic>
          <a:graphicData uri="http://schemas.openxmlformats.org/drawingml/2006/table">
            <a:tbl>
              <a:tblPr firstRow="1" bandRow="1">
                <a:noFill/>
                <a:tableStyleId>{3EABC93E-6581-423C-A608-0782797348EA}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0963158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Avaliação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Unidades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Formato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Data Prevista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Ava 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1 a 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Prova com atividades de simulação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/>
                        <a:t>24/07/26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Ava 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5 e 6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Trabalho em equipe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/>
                        <a:t>31/07/26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Ava 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7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Trabalho em equipe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/>
                        <a:t>05/08/26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>
            <a:spLocks noGrp="1"/>
          </p:cNvSpPr>
          <p:nvPr>
            <p:ph type="body" idx="1"/>
          </p:nvPr>
        </p:nvSpPr>
        <p:spPr>
          <a:xfrm>
            <a:off x="837829" y="1810925"/>
            <a:ext cx="10977979" cy="305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Bibliografia Básica:</a:t>
            </a:r>
            <a:endParaRPr dirty="0"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HAYKIN, Simon; VEEN, Barry. </a:t>
            </a:r>
            <a:r>
              <a:rPr lang="pt-BR" sz="2200" b="1" dirty="0">
                <a:latin typeface="Times New Roman"/>
                <a:ea typeface="Times New Roman"/>
                <a:cs typeface="Times New Roman"/>
                <a:sym typeface="Times New Roman"/>
              </a:rPr>
              <a:t>Sinais e Sistemas</a:t>
            </a: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. Porto Alegre: Bookman, 2001.</a:t>
            </a:r>
            <a:endParaRPr dirty="0"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LATHI, B. P. </a:t>
            </a:r>
            <a:r>
              <a:rPr lang="pt-BR" sz="2200" b="1" dirty="0">
                <a:latin typeface="Times New Roman"/>
                <a:ea typeface="Times New Roman"/>
                <a:cs typeface="Times New Roman"/>
                <a:sym typeface="Times New Roman"/>
              </a:rPr>
              <a:t>Sinais e sistemas lineares</a:t>
            </a: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. 2. ed. Porto Alegre: Bookman, 2012.</a:t>
            </a:r>
            <a:endParaRPr dirty="0"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OPPENHEIM, Alan V.; SCHAFFER, Ronald W. </a:t>
            </a:r>
            <a:r>
              <a:rPr lang="pt-BR" sz="2200" b="1" dirty="0">
                <a:latin typeface="Times New Roman"/>
                <a:ea typeface="Times New Roman"/>
                <a:cs typeface="Times New Roman"/>
                <a:sym typeface="Times New Roman"/>
              </a:rPr>
              <a:t>Processamento em Tempo Discreto de Sinais</a:t>
            </a: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 . 3a. ed. São Paulo: Pearson </a:t>
            </a:r>
            <a:r>
              <a:rPr lang="pt-BR" sz="2200" dirty="0" err="1"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r>
              <a:rPr lang="pt-BR" sz="2200" dirty="0">
                <a:latin typeface="Times New Roman"/>
                <a:ea typeface="Times New Roman"/>
                <a:cs typeface="Times New Roman"/>
                <a:sym typeface="Times New Roman"/>
              </a:rPr>
              <a:t> do Brasil</a:t>
            </a:r>
            <a:r>
              <a:rPr lang="pt-BR" sz="2200">
                <a:latin typeface="Times New Roman"/>
                <a:ea typeface="Times New Roman"/>
                <a:cs typeface="Times New Roman"/>
                <a:sym typeface="Times New Roman"/>
              </a:rPr>
              <a:t>, 2013.</a:t>
            </a:r>
            <a:endParaRPr dirty="0"/>
          </a:p>
        </p:txBody>
      </p:sp>
      <p:pic>
        <p:nvPicPr>
          <p:cNvPr id="195" name="Google Shape;195;p13" descr="Sinais E Sistemas - Simon Haykin, Barry Van Ve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9836" y="4245493"/>
            <a:ext cx="2000250" cy="200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3" descr="http://files.isec.pt/DOCUMENTOS/SERVICOS/BIBLIO/Capas/Sinais_Lathi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9030" y="4278930"/>
            <a:ext cx="1303893" cy="196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Livros Recomendados</a:t>
            </a:r>
            <a:endParaRPr/>
          </a:p>
        </p:txBody>
      </p:sp>
      <p:pic>
        <p:nvPicPr>
          <p:cNvPr id="2" name="Imagem 1" descr="Processamento em Tempo Discreto de Sinais">
            <a:extLst>
              <a:ext uri="{FF2B5EF4-FFF2-40B4-BE49-F238E27FC236}">
                <a16:creationId xmlns:a16="http://schemas.microsoft.com/office/drawing/2014/main" id="{39CEF3D6-20AD-E04D-7381-5FB7360C3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510" y="3933381"/>
            <a:ext cx="1696619" cy="23123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>
            <a:spLocks noGrp="1"/>
          </p:cNvSpPr>
          <p:nvPr>
            <p:ph type="subTitle" idx="4294967295"/>
          </p:nvPr>
        </p:nvSpPr>
        <p:spPr>
          <a:xfrm>
            <a:off x="1203277" y="1584248"/>
            <a:ext cx="9785445" cy="4724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pt-BR" sz="2000" b="1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Contato  aluno/professor</a:t>
            </a:r>
            <a:endParaRPr sz="2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pt-BR" sz="2000" b="1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SIGAA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pt-BR"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Dias de aulas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pt-BR"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Email para contato: pedro.baptista@ufma.br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pt-BR"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Whatsapp: (91) 98413-3142 (Não Oficial)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pt-BR"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4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673290" y="-545200"/>
            <a:ext cx="10058400" cy="144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pt-BR" sz="4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Contato</a:t>
            </a:r>
            <a:endParaRPr/>
          </a:p>
        </p:txBody>
      </p:sp>
      <p:cxnSp>
        <p:nvCxnSpPr>
          <p:cNvPr id="206" name="Google Shape;206;p14"/>
          <p:cNvCxnSpPr/>
          <p:nvPr/>
        </p:nvCxnSpPr>
        <p:spPr>
          <a:xfrm rot="10800000" flipH="1">
            <a:off x="673290" y="1037230"/>
            <a:ext cx="11241206" cy="27295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228</Words>
  <Application>Microsoft Office PowerPoint</Application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Noto Sans Symbols</vt:lpstr>
      <vt:lpstr>Times New Roman</vt:lpstr>
      <vt:lpstr>Retrospectiva</vt:lpstr>
      <vt:lpstr>  Processamento Digital de Sinais</vt:lpstr>
      <vt:lpstr>Apresentação do PowerPoint</vt:lpstr>
      <vt:lpstr>Apresentação do PowerPoint</vt:lpstr>
      <vt:lpstr>Apresentação do PowerPoint</vt:lpstr>
      <vt:lpstr>Livros Recomendados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Pedro</dc:creator>
  <cp:lastModifiedBy>Pedro Fernandes</cp:lastModifiedBy>
  <cp:revision>1</cp:revision>
  <dcterms:created xsi:type="dcterms:W3CDTF">2022-09-05T13:25:16Z</dcterms:created>
  <dcterms:modified xsi:type="dcterms:W3CDTF">2026-07-21T17:41:52Z</dcterms:modified>
</cp:coreProperties>
</file>